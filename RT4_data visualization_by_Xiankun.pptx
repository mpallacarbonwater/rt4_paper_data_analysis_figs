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F92F6-69F8-4DFC-9E7C-F39432B2E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5FBFE-4662-4DC8-B0C5-CF6962109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865F9-5CEA-4625-86FE-E43DB7D38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8F6D3-A1C4-4D25-BC04-0B0CAD8D382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5DA3F-4C18-48D3-A016-EB1EE286A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D4CBD-8F57-4812-842C-C37068D2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6F12-1312-4214-9520-84F6CC9D9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47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35D7-1080-4978-831A-BEC94929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9BEC0-78F5-4467-B705-9749ED49F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07A5E-29B6-47E3-AE4E-B57D7C2C2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8F6D3-A1C4-4D25-BC04-0B0CAD8D382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F97BD-C6C6-44B8-9919-55A2EF23B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BE604-FBBC-4537-8B5A-365C81B1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6F12-1312-4214-9520-84F6CC9D9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8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12056-1372-46B6-B54F-26CD01ECC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71F04-EF55-4F65-9009-71CF7AE70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58170-95E1-4234-A7EC-4866B35B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8F6D3-A1C4-4D25-BC04-0B0CAD8D382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C8DDE-2581-4495-86F2-C55DDE68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D395F-CB1E-4D5F-B20F-4A7112C5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6F12-1312-4214-9520-84F6CC9D9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5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7E982-1115-4A16-A92D-E56AC74A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A7912-318A-4B41-A162-3648E5590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5C218-90C4-4E85-A7CC-0A95C42A9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E64BD-E2BA-4675-93CD-50AD88A44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8F6D3-A1C4-4D25-BC04-0B0CAD8D382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6584B-27A8-46EA-B583-0243DFF8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E1D9D-897D-43F7-A790-7C68E3AE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6F12-1312-4214-9520-84F6CC9D9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0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D1E71-64CB-4F79-B138-DF8AA55B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E4700-C144-4BCF-84D9-8DD133774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4F92B-F578-466F-9403-E124BCE3A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FCB07-0CDF-4990-9A08-779AA54B1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1CCC75-9FAD-4281-AE2C-7316E6BF4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BE089-8223-4B8A-9019-C7601A2A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8F6D3-A1C4-4D25-BC04-0B0CAD8D382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0564CB-74F2-4A24-92C5-295F9F90D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CE872F-B989-4660-8846-2C6636A9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6F12-1312-4214-9520-84F6CC9D9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22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AD900-B888-4D1C-8A6E-23C326FC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49D846-ABFD-4EC1-A192-3A9FA0B15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8F6D3-A1C4-4D25-BC04-0B0CAD8D382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797DA-3586-45F4-916F-3FB8BDE52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91558-A4B2-47CD-837B-FEF0F967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6F12-1312-4214-9520-84F6CC9D9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15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DB9A5-D912-46BD-AABA-FB25B445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8F6D3-A1C4-4D25-BC04-0B0CAD8D382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3C0BF-43F9-4833-BCAE-9E39F08E0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69DAE-F0E0-497C-A5B5-64919FB7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6F12-1312-4214-9520-84F6CC9D9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6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118F-0FEA-4B19-9F1E-592DB28E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829-1897-411E-A690-B59B4C2C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D51CA-2BA9-403A-83BB-CEEEED26C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78D64-8522-4B4F-AF57-0D8C2EE4C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8F6D3-A1C4-4D25-BC04-0B0CAD8D382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7105C-67E4-4817-BC82-DDF5C2A35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9D1B2-11DA-47D9-A40A-81DC7046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6F12-1312-4214-9520-84F6CC9D9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C545-BC72-4FFA-94E4-6E750F090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B4AEC3-4BE6-4D5D-A28E-19F6DFFE7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0DB53-00C5-421E-B619-2889404BB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493BC-2328-4929-9DDF-D97536E3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8F6D3-A1C4-4D25-BC04-0B0CAD8D382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E7F50-2D54-4BDC-B548-1DDD35C5F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51F65-0C08-4DC9-A8FA-790AF5104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6F12-1312-4214-9520-84F6CC9D9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85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5B121-E272-43C7-BB50-58DA02DBD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68024-3CD5-46C1-92DB-B4AE2BF54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B4CCC-F14C-4437-ABB1-CE32C7C5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8F6D3-A1C4-4D25-BC04-0B0CAD8D382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ABB7E-A816-43E2-9FC2-EA73795A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4195E-613B-4CDC-B26D-D3CA76C1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6F12-1312-4214-9520-84F6CC9D9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6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27EF29-7757-49AA-9EBC-38C989232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7FF67-2290-4371-88F2-4F55CE86A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B5F1C-C9CC-46D4-8395-337F5B8C1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8F6D3-A1C4-4D25-BC04-0B0CAD8D382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38C32-A3AF-4254-B3B9-BEE221399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E8D0B-D9E4-4B5B-BA89-BC5F046D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6F12-1312-4214-9520-84F6CC9D9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2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986D40-28F2-41DE-91F1-F388B2A33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66CF2-00C6-41DD-BF88-06F3D4016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14B89-DE01-4E78-A9A1-230578E6C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8F6D3-A1C4-4D25-BC04-0B0CAD8D382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80432-DE7F-48EF-BA4A-23178A38A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B2D06-3EC6-49B2-8BFA-575DBF7E7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E6F12-1312-4214-9520-84F6CC9D9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09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29272-7BFB-4C9A-B107-4E3CFB3D1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4670" y="322403"/>
            <a:ext cx="9144000" cy="957595"/>
          </a:xfrm>
        </p:spPr>
        <p:txBody>
          <a:bodyPr/>
          <a:lstStyle/>
          <a:p>
            <a:r>
              <a:rPr lang="en-US" dirty="0"/>
              <a:t>Data are from everywhere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DD927E-4795-4560-80A9-71B7F02B4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74" y="1544541"/>
            <a:ext cx="9027382" cy="45122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1BBECEA-7718-492F-8955-B7F8209BF352}"/>
              </a:ext>
            </a:extLst>
          </p:cNvPr>
          <p:cNvSpPr txBox="1">
            <a:spLocks/>
          </p:cNvSpPr>
          <p:nvPr/>
        </p:nvSpPr>
        <p:spPr>
          <a:xfrm>
            <a:off x="638756" y="5767322"/>
            <a:ext cx="9144000" cy="9575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Can we have a simpler land use type? </a:t>
            </a:r>
          </a:p>
        </p:txBody>
      </p:sp>
    </p:spTree>
    <p:extLst>
      <p:ext uri="{BB962C8B-B14F-4D97-AF65-F5344CB8AC3E}">
        <p14:creationId xmlns:p14="http://schemas.microsoft.com/office/powerpoint/2010/main" val="2353313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7C3458-A5D5-499C-AAF7-B95D9BB9B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09" y="612250"/>
            <a:ext cx="11573182" cy="6106602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5EB69A2-245D-4679-A314-1D13486E6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Aridity index</a:t>
            </a:r>
          </a:p>
        </p:txBody>
      </p:sp>
    </p:spTree>
    <p:extLst>
      <p:ext uri="{BB962C8B-B14F-4D97-AF65-F5344CB8AC3E}">
        <p14:creationId xmlns:p14="http://schemas.microsoft.com/office/powerpoint/2010/main" val="412532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602D75-15E2-4E3F-8C62-87317D59F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660" y="817024"/>
            <a:ext cx="6151659" cy="615165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121A56-85A2-44E4-9850-A660DDB95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953894"/>
            <a:ext cx="6014789" cy="60147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16C291-019E-4AB4-8137-0E49782F5A1C}"/>
              </a:ext>
            </a:extLst>
          </p:cNvPr>
          <p:cNvSpPr/>
          <p:nvPr/>
        </p:nvSpPr>
        <p:spPr>
          <a:xfrm>
            <a:off x="893859" y="109138"/>
            <a:ext cx="40783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err="1"/>
              <a:t>Variable_reporting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28345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B59D-EA5D-430D-B736-49AE1D63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57C684-326D-4505-9C03-1ED80AB1B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46" y="12963"/>
            <a:ext cx="11892401" cy="6721792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442E29C-7824-4C4D-B6AA-BEF8887FD682}"/>
              </a:ext>
            </a:extLst>
          </p:cNvPr>
          <p:cNvSpPr/>
          <p:nvPr/>
        </p:nvSpPr>
        <p:spPr>
          <a:xfrm>
            <a:off x="7493442" y="4060937"/>
            <a:ext cx="40783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err="1"/>
              <a:t>Variable_reporting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76182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6D38A3-2A8F-473E-ABA4-37AC56866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66" y="1145138"/>
            <a:ext cx="5603020" cy="56030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859F01-ECBD-43DD-A1E1-AC6A0CE09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513" y="1232450"/>
            <a:ext cx="1961535" cy="51976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95B70D-23B8-44A1-8E50-E7FEDF6F31CC}"/>
              </a:ext>
            </a:extLst>
          </p:cNvPr>
          <p:cNvSpPr/>
          <p:nvPr/>
        </p:nvSpPr>
        <p:spPr>
          <a:xfrm>
            <a:off x="58972" y="-69304"/>
            <a:ext cx="40783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err="1"/>
              <a:t>Variable_reporting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75495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1EE811-B5FC-4370-AB89-330C30F78C82}"/>
              </a:ext>
            </a:extLst>
          </p:cNvPr>
          <p:cNvSpPr txBox="1">
            <a:spLocks/>
          </p:cNvSpPr>
          <p:nvPr/>
        </p:nvSpPr>
        <p:spPr>
          <a:xfrm>
            <a:off x="890819" y="186169"/>
            <a:ext cx="9144000" cy="957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Plant–soil interaction, count &gt;10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12879-BC19-4CC9-A415-8B2C335C3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16" y="1359672"/>
            <a:ext cx="8722307" cy="523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C9F46-FE71-4502-911E-6EB208D3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Instead of Precipitation into +, -, what about 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69C8EC-8645-4B79-9908-CD9760F83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083" y="1481050"/>
            <a:ext cx="8751074" cy="524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977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71D4-A86E-4BE2-BB4B-A75C3E850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761" y="214902"/>
            <a:ext cx="10515600" cy="1325563"/>
          </a:xfrm>
        </p:spPr>
        <p:txBody>
          <a:bodyPr/>
          <a:lstStyle/>
          <a:p>
            <a:r>
              <a:rPr lang="en-US" dirty="0"/>
              <a:t>Group data? Which plant vs plants can be grouped?  count &gt;2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0AB1AD-6A3B-4E94-8AF3-59524013E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79" y="1540465"/>
            <a:ext cx="8481999" cy="508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39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7791BA-AADF-4BD1-A457-7B0C53800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46" y="1237882"/>
            <a:ext cx="9009964" cy="5405216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1869AAB-005F-4816-B14D-3492C91731BC}"/>
              </a:ext>
            </a:extLst>
          </p:cNvPr>
          <p:cNvSpPr txBox="1">
            <a:spLocks/>
          </p:cNvSpPr>
          <p:nvPr/>
        </p:nvSpPr>
        <p:spPr>
          <a:xfrm>
            <a:off x="1112046" y="21490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Group data? Which Soil vs Soil can be grouped? count &gt;2</a:t>
            </a:r>
          </a:p>
        </p:txBody>
      </p:sp>
    </p:spTree>
    <p:extLst>
      <p:ext uri="{BB962C8B-B14F-4D97-AF65-F5344CB8AC3E}">
        <p14:creationId xmlns:p14="http://schemas.microsoft.com/office/powerpoint/2010/main" val="1170760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69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Data are from everywhere</vt:lpstr>
      <vt:lpstr>Aridity index</vt:lpstr>
      <vt:lpstr>PowerPoint Presentation</vt:lpstr>
      <vt:lpstr>PowerPoint Presentation</vt:lpstr>
      <vt:lpstr>PowerPoint Presentation</vt:lpstr>
      <vt:lpstr>PowerPoint Presentation</vt:lpstr>
      <vt:lpstr>Instead of Precipitation into +, -, what about %</vt:lpstr>
      <vt:lpstr>Group data? Which plant vs plants can be grouped?  count &gt;2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Xiankun Li</dc:creator>
  <cp:lastModifiedBy>Xiankun Li</cp:lastModifiedBy>
  <cp:revision>41</cp:revision>
  <dcterms:created xsi:type="dcterms:W3CDTF">2025-10-21T06:53:53Z</dcterms:created>
  <dcterms:modified xsi:type="dcterms:W3CDTF">2025-11-07T11:29:30Z</dcterms:modified>
</cp:coreProperties>
</file>